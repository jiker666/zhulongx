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2dd17a58e4a26" /><Relationship Type="http://schemas.openxmlformats.org/officeDocument/2006/relationships/extended-properties" Target="/docProps/app.xml" Id="R72ccebcaed6a47cf" /><Relationship Type="http://schemas.openxmlformats.org/officeDocument/2006/relationships/officeDocument" Target="/ppt/presentation.xml" Id="R2e0a99748e0541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a28268d6048cf"/>
  </p:sldMasterIdLst>
  <p:notesMasterIdLst>
    <p:notesMasterId xmlns:r="http://schemas.openxmlformats.org/officeDocument/2006/relationships" r:id="R33d46c16b1fa4d27"/>
  </p:notesMasterIdLst>
  <p:sldIdLst>
    <p:sldId xmlns:r="http://schemas.openxmlformats.org/officeDocument/2006/relationships" id="256" r:id="Rafea08592cbc4aad"/>
    <p:sldId xmlns:r="http://schemas.openxmlformats.org/officeDocument/2006/relationships" id="257" r:id="Rc7ae30cb27324813"/>
    <p:sldId xmlns:r="http://schemas.openxmlformats.org/officeDocument/2006/relationships" id="258" r:id="R7bb7649b47f94758"/>
    <p:sldId xmlns:r="http://schemas.openxmlformats.org/officeDocument/2006/relationships" id="259" r:id="Rd707b6f871444270"/>
    <p:sldId xmlns:r="http://schemas.openxmlformats.org/officeDocument/2006/relationships" id="260" r:id="R4ca785ef820744d3"/>
    <p:sldId xmlns:r="http://schemas.openxmlformats.org/officeDocument/2006/relationships" id="261" r:id="R69002259e08840b8"/>
    <p:sldId xmlns:r="http://schemas.openxmlformats.org/officeDocument/2006/relationships" id="262" r:id="R9854538df49b44a7"/>
    <p:sldId xmlns:r="http://schemas.openxmlformats.org/officeDocument/2006/relationships" id="263" r:id="R89c0ed514e924e08"/>
    <p:sldId xmlns:r="http://schemas.openxmlformats.org/officeDocument/2006/relationships" id="264" r:id="R964a83e0180b4a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56ed3a9c6c4382" /><Relationship Type="http://schemas.openxmlformats.org/officeDocument/2006/relationships/slideMaster" Target="/ppt/slideMasters/slideMaster1.xml" Id="Raf0a28268d6048cf" /><Relationship Type="http://schemas.openxmlformats.org/officeDocument/2006/relationships/notesMaster" Target="/ppt/notesMasters/notesMaster1.xml" Id="R33d46c16b1fa4d27" /><Relationship Type="http://schemas.openxmlformats.org/officeDocument/2006/relationships/presProps" Target="/ppt/presProps.xml" Id="R1c1e29c50f234a46" /><Relationship Type="http://schemas.openxmlformats.org/officeDocument/2006/relationships/tableStyles" Target="/ppt/tableStyles.xml" Id="Rc35c4485624347dd" /><Relationship Type="http://schemas.openxmlformats.org/officeDocument/2006/relationships/slide" Target="/ppt/slides/slide1.xml" Id="Rafea08592cbc4aad" /><Relationship Type="http://schemas.openxmlformats.org/officeDocument/2006/relationships/slide" Target="/ppt/slides/slide2.xml" Id="Rc7ae30cb27324813" /><Relationship Type="http://schemas.openxmlformats.org/officeDocument/2006/relationships/slide" Target="/ppt/slides/slide3.xml" Id="R7bb7649b47f94758" /><Relationship Type="http://schemas.openxmlformats.org/officeDocument/2006/relationships/slide" Target="/ppt/slides/slide4.xml" Id="Rd707b6f871444270" /><Relationship Type="http://schemas.openxmlformats.org/officeDocument/2006/relationships/slide" Target="/ppt/slides/slide5.xml" Id="R4ca785ef820744d3" /><Relationship Type="http://schemas.openxmlformats.org/officeDocument/2006/relationships/slide" Target="/ppt/slides/slide6.xml" Id="R69002259e08840b8" /><Relationship Type="http://schemas.openxmlformats.org/officeDocument/2006/relationships/slide" Target="/ppt/slides/slide7.xml" Id="R9854538df49b44a7" /><Relationship Type="http://schemas.openxmlformats.org/officeDocument/2006/relationships/slide" Target="/ppt/slides/slide8.xml" Id="R89c0ed514e924e08" /><Relationship Type="http://schemas.openxmlformats.org/officeDocument/2006/relationships/slide" Target="/ppt/slides/slide9.xml" Id="R964a83e0180b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78d8d89e0346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cf0fb2f5a4096" /><Relationship Type="http://schemas.openxmlformats.org/officeDocument/2006/relationships/notesMaster" Target="/ppt/notesMasters/notesMaster1.xml" Id="R8f78738b62c542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fa47901ad84d75" /><Relationship Type="http://schemas.openxmlformats.org/officeDocument/2006/relationships/notesMaster" Target="/ppt/notesMasters/notesMaster1.xml" Id="R24c35c33c24245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55f5e8fb704fa7" /><Relationship Type="http://schemas.openxmlformats.org/officeDocument/2006/relationships/notesMaster" Target="/ppt/notesMasters/notesMaster1.xml" Id="Ra35b2ebfe5ac4e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552cc045d04390" /><Relationship Type="http://schemas.openxmlformats.org/officeDocument/2006/relationships/notesMaster" Target="/ppt/notesMasters/notesMaster1.xml" Id="Rad93f85cda874b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bcfc42e5ca496e" /><Relationship Type="http://schemas.openxmlformats.org/officeDocument/2006/relationships/notesMaster" Target="/ppt/notesMasters/notesMaster1.xml" Id="R4a267e8a66c646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caba0129b14cd7" /><Relationship Type="http://schemas.openxmlformats.org/officeDocument/2006/relationships/notesMaster" Target="/ppt/notesMasters/notesMaster1.xml" Id="R96e06baef47b4e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c51d66a6194c48" /><Relationship Type="http://schemas.openxmlformats.org/officeDocument/2006/relationships/notesMaster" Target="/ppt/notesMasters/notesMaster1.xml" Id="R2973f684727b4d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1ee84fe44b44db" /><Relationship Type="http://schemas.openxmlformats.org/officeDocument/2006/relationships/notesMaster" Target="/ppt/notesMasters/notesMaster1.xml" Id="Rbe070305ba5540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53c6e557bb413e" /><Relationship Type="http://schemas.openxmlformats.org/officeDocument/2006/relationships/notesMaster" Target="/ppt/notesMasters/notesMaster1.xml" Id="R5d56c5b233a543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说明：开场强调系统的边界设计，不把大模型包装为无约束的执行器。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XH-202609 比赛方案，第 2-6 页：自主任务理解、多场景决策执行、可解释与可审计要求。</a:t>
            </a:r>
          </a:p>
          <a:p xmlns:a="http://schemas.openxmlformats.org/drawingml/2006/main">
            <a:r>
              <a:t>- 本地截图：docs/competition/assets/audit-console-overview.jpg，2026-08-16 从 localhost 截取。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说明：先定义项目的判断标准。模型必须能自主调整，但不被赋予自由扩权能力。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README.md：安全模型与核心能力。</a:t>
            </a:r>
          </a:p>
          <a:p xmlns:a="http://schemas.openxmlformats.org/drawingml/2006/main">
            <a:r>
              <a:t>- docs/architecture.md：PolicyEngine、scope、预算与审计边界。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说明：展示各场景共用的领域无关核心循环，差异收敛在工具与策略索引，不能绕过策略层。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docs/architecture.md：核心模块职责、自主性机制和威胁模型。</a:t>
            </a:r>
          </a:p>
          <a:p xmlns:a="http://schemas.openxmlformats.org/drawingml/2006/main">
            <a:r>
              <a:t>- docs/competition/01-solution-design.md：总体架构与决策机制。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说明：可解释性来自外显事实和证据链，而不是保存或推断隐藏思维链。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README.md：哈希审计链、公开模型上下文、行动轨迹与恢复/分支。</a:t>
            </a:r>
          </a:p>
          <a:p xmlns:a="http://schemas.openxmlformats.org/drawingml/2006/main">
            <a:r>
              <a:t>- docs/reference-agent-study.md：单一追加轨迹设计迁移。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说明：二进制方向能力是受限工具扩展，不改变核心循环的领域中立性，也不会新增网络权限。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docs/binary-toolchain.md：工具版本、路由、本地 fallback 与构建完整性。</a:t>
            </a:r>
          </a:p>
          <a:p xmlns:a="http://schemas.openxmlformats.org/drawingml/2006/main">
            <a:r>
              <a:t>- src/artifact-tools.ts 与 test/artifact-tools.test.ts：归档和字节搜索的边界与测试。</a:t>
            </a:r>
          </a:p>
          <a:p xmlns:a="http://schemas.openxmlformats.org/drawingml/2006/main">
            <a:r>
              <a:t>- docs/tool-side-effects.md：审计事件和副作用。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说明：把失败处理作为决策能力的一部分。重点是分类、checkpoint 和 no-replay，而不是无限重试。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docs/architecture.md：自主性机制、运行恢复与 no-replay。</a:t>
            </a:r>
          </a:p>
          <a:p xmlns:a="http://schemas.openxmlformats.org/drawingml/2006/main">
            <a:r>
              <a:t>- docs/evaluation.md：恢复能力与扰动实验要求。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说明：结合新增二进制工具，说明可扩展性不是只增加命令，而是增加完整且可回归验证的安全契约。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AGENTS.md：新工具的策略、预算、审计、文档与 faux-model 测试约束。</a:t>
            </a:r>
          </a:p>
          <a:p xmlns:a="http://schemas.openxmlformats.org/drawingml/2006/main">
            <a:r>
              <a:t>- docs/competition/02-development-guide.md：新增工具工程门禁。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说明：说明当前可验证的工程证据，不把本地单测的通过情况等同为实战成功率。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本次执行记录：npm run check（390 passed，1 skipped）；npm --prefix frontend run build；git diff --check。</a:t>
            </a:r>
          </a:p>
          <a:p xmlns:a="http://schemas.openxmlformats.org/drawingml/2006/main">
            <a:r>
              <a:t>- docs/competition/03-test-report.md：测试范围与后续实战评测边界。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说明：收束为可交付、可演示、可复核的方案。正式提交前仍需补齐团队盖章、报名表、网盘链接/截图和线上访问地址。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XH-202609 比赛方案，第 3 页和第 8 页：提交材料与正式提交流程。</a:t>
            </a:r>
          </a:p>
          <a:p xmlns:a="http://schemas.openxmlformats.org/drawingml/2006/main">
            <a:r>
              <a:t>- docs/competition/README.md：交付物索引与打包前清单。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5cc43a32f4f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eb1864a2b74f9a" /><Relationship Type="http://schemas.openxmlformats.org/officeDocument/2006/relationships/slideLayout" Target="/ppt/slideLayouts/slideLayout1.xml" Id="R0f0e1c34d3a04c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0e1c34d3a04c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3e6e5ac5746dc" /><Relationship Type="http://schemas.openxmlformats.org/officeDocument/2006/relationships/image" Target="/ppt/media/image.jpeg" Id="Rf2992633d10f4fc5" /><Relationship Type="http://schemas.openxmlformats.org/officeDocument/2006/relationships/notesSlide" Target="/ppt/notesSlides/notesSlide1.xml" Id="R0f143c82d0bf4f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2a5940ec44171" /><Relationship Type="http://schemas.openxmlformats.org/officeDocument/2006/relationships/notesSlide" Target="/ppt/notesSlides/notesSlide2.xml" Id="R9982dc36500b42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670304fd145d7" /><Relationship Type="http://schemas.openxmlformats.org/officeDocument/2006/relationships/notesSlide" Target="/ppt/notesSlides/notesSlide3.xml" Id="R6cb87542a34f46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55dea02224f53" /><Relationship Type="http://schemas.openxmlformats.org/officeDocument/2006/relationships/notesSlide" Target="/ppt/notesSlides/notesSlide4.xml" Id="R9bbe875b768341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4da3ee31044e6" /><Relationship Type="http://schemas.openxmlformats.org/officeDocument/2006/relationships/notesSlide" Target="/ppt/notesSlides/notesSlide5.xml" Id="R66bd403b483948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94c983f3d4309" /><Relationship Type="http://schemas.openxmlformats.org/officeDocument/2006/relationships/notesSlide" Target="/ppt/notesSlides/notesSlide6.xml" Id="R00cca24826a647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d486debda4a44" /><Relationship Type="http://schemas.openxmlformats.org/officeDocument/2006/relationships/notesSlide" Target="/ppt/notesSlides/notesSlide7.xml" Id="Rd75139a9a5334a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ec3ae8d904ab3" /><Relationship Type="http://schemas.openxmlformats.org/officeDocument/2006/relationships/notesSlide" Target="/ppt/notesSlides/notesSlide8.xml" Id="R421690597ff14e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e6625a51c4793" /><Relationship Type="http://schemas.openxmlformats.org/officeDocument/2006/relationships/notesSlide" Target="/ppt/notesSlides/notesSlide9.xml" Id="R69ec785982ee4d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8B10F-9B36-4827-BF14-5C51D6AF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XH-202609 具备自主决策能力的通用网络安全智能体技术研究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FC1FD-7C09-4849-B1A8-A7983C50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烛龙·玄枢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3951F-F2A0-45EE-80E3-BB65AE02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4857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把模型的判断能力</a:t>
            </a:r>
          </a:p>
          <a:p xmlns:a="http://schemas.openxmlformats.org/drawingml/2006/main">
            <a:pPr algn="l">
              <a:defRPr sz="2250" b="1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放进可审计、可约束的安全执行系统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B4736-05DF-4E97-A22F-94359EAA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4991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ADD95-D2B1-4BE3-B5CA-92085E39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任务理解  ·  策略门禁  ·  受控工具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证据验证  ·  追加式轨迹  ·  人机协同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92633d10f4fc5"/>
          <a:srcRect xmlns:a="http://schemas.openxmlformats.org/drawingml/2006/main" l="22151" t="0" r="221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19100"/>
            <a:ext cx="5429250" cy="5486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53792-8374-4935-8AE6-9CEA8C30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81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面向网安初学者的可读行动轨迹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4E3BF-74A3-43D4-9F17-23376250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BF12A-B815-41EC-B1CB-6863EBB1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9169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1447D-30A2-4FA9-9F2F-2473315F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系统命题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101BC-3693-4F49-AEE8-195022FC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962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自主，不应意味着越权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90282-B12B-4753-BFFB-C3EB8EC5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67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让模型负责理解、规划与选择；让系统负责 scope、预算、隔离、停止条件与审计。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E42DF-B321-44C1-864F-693BC66B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5F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06C24-D02D-4D4E-A957-33793B32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不是安全工具的简单拼接，而是一个受证据和授权边界约束的运行时。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9D1E9-3517-4CAE-A9B3-59AD440D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E936C-0A7C-4559-9425-C89D8E4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4251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84900-4F1A-4456-9FEC-B46229C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通用决策内核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17F49-8EF5-410C-A508-6471DBE0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一条闭环，统一不同安全任务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8A038-A209-4677-BEFB-5888F7E1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A2967-1187-4B88-BEE1-A850558A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670DB-E10B-4DEC-9398-F7D0DF00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D505A-B634-4C7D-8282-D5B2B64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8135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1C5"/>
          </a:solidFill>
          <a:ln xmlns:a="http://schemas.openxmlformats.org/drawingml/2006/main" w="0">
            <a:solidFill>
              <a:srgbClr val="BCC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884BD-DB78-4639-A564-F8B59603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8135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1C5"/>
          </a:solidFill>
          <a:ln xmlns:a="http://schemas.openxmlformats.org/drawingml/2006/main" w="0">
            <a:solidFill>
              <a:srgbClr val="BCC1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F82CC-702C-4106-8CB9-311170E9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1C5"/>
          </a:solidFill>
          <a:ln xmlns:a="http://schemas.openxmlformats.org/drawingml/2006/main" w="0">
            <a:solidFill>
              <a:srgbClr val="BCC1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F1798-9628-41C4-A3FE-79EB6968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8135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1C5"/>
          </a:solidFill>
          <a:ln xmlns:a="http://schemas.openxmlformats.org/drawingml/2006/main" w="0">
            <a:solidFill>
              <a:srgbClr val="BCC1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AF523-F52A-4522-A233-816CB152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6573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BF4E1-A196-4EAE-B7BF-3B39E381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任务与材料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95A1D-84CF-4C20-BAC9-B7860BC4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自然语言、文件、归档、日志、二进制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3F210-2F1E-4068-A86A-D1EB4E1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62200"/>
            <a:ext cx="16573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1E8DC-F23F-4225-89D7-1BF3390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计划与假设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4F826-0D1E-43D4-8BF4-5255A7B3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目标、成功标准、候选路径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DD697-11E9-4C95-AE31-7BD36A33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16573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DF"/>
          </a:solidFill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0A7C3-A6E4-4FC1-849B-7EB2879B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670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策略门禁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A5E12-9F48-46A9-9557-8BED5196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14700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PolicyEngine</a:t>
            </a:r>
          </a:p>
          <a:p xmlns:a="http://schemas.openxmlformats.org/drawingml/2006/main">
            <a:pPr algn="l">
              <a:def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scope · 预算</a:t>
            </a:r>
          </a:p>
          <a:p xmlns:a="http://schemas.openxmlformats.org/drawingml/2006/main">
            <a:pPr algn="l">
              <a:def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程序 · 停止条件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6E83A-C95B-4ADD-AACC-5365EFCF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62200"/>
            <a:ext cx="16573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50A03-6D63-47D2-A50D-274ACE9A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受控工具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F2637-731E-448E-8ACA-2FC0B4B1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本地材料、sandbox、HTTP/TCP/Browser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CC76B-96B2-4BD5-B751-C0F6BDEE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16573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C3ED6-129C-4956-90A5-4885AD02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670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证据与轨迹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A8876-9A7C-40E3-9A7A-12670617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314700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finding、checkpoint</a:t>
            </a:r>
          </a:p>
          <a:p xmlns:a="http://schemas.openxmlformats.org/drawingml/2006/main">
            <a:pPr algn="l">
              <a:def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审计与回放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DF42D-6D5E-4B26-8CA2-901DB5F7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失败、拒绝、超时或矛盾证据不会被掩盖：系统要求 checkpoint、分类原因并修订计划。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21815-B9FC-4534-94B7-AE616306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73E75E-3308-4A1F-AC8B-915CD962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9673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7B236-0EAD-44C1-99A4-45B077C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可解释轨迹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2B20F-0A05-4DF1-A4E2-31332D70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每一步都能被解释和复核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165BD-4D4F-42A9-BA90-5F5AE322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9B68C-48D1-4920-B7E4-BB277F3C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FBF0C-AD75-4816-8ED9-A72907A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7CBF2-E31B-437A-87EB-A3C7B63F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面向初学者的行动解释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3F81B-DE78-4C9B-BD8E-CEC3A002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4095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做什么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为什么现在做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会影响什么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得到什么结果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下一步如何变化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E309E-A133-4AD9-8188-8E3E059E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3911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04AC4-5D9F-4AFB-9102-358F9653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追加事件流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52FAF-3C35-47BB-B4C9-DC1021DF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model.context</a:t>
            </a:r>
          </a:p>
          <a:p xmlns:a="http://schemas.openxmlformats.org/drawingml/2006/main">
            <a:pPr algn="l">
              <a:def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context.injected</a:t>
            </a:r>
          </a:p>
          <a:p xmlns:a="http://schemas.openxmlformats.org/drawingml/2006/main">
            <a:pPr algn="l">
              <a:def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tool.requested</a:t>
            </a:r>
          </a:p>
          <a:p xmlns:a="http://schemas.openxmlformats.org/drawingml/2006/main">
            <a:pPr algn="l">
              <a:def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policy.decision</a:t>
            </a:r>
          </a:p>
          <a:p xmlns:a="http://schemas.openxmlformats.org/drawingml/2006/main">
            <a:pPr algn="l">
              <a:def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tool.result</a:t>
            </a:r>
          </a:p>
          <a:p xmlns:a="http://schemas.openxmlformats.org/drawingml/2006/main">
            <a:pPr algn="l">
              <a:def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checkpoint / finding / completion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3B4C1-D375-41BB-A446-27E91247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同一事实源支持筛选、搜索、回放、恢复和分支；隐藏推理与凭据不持久化。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88414-37A8-4493-B511-1D4F46DD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E908E-0606-4010-BE1F-69BF0D2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1456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38CCB-1034-408D-B53C-1F0C65D0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BINARY / REVERSE / PWN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39357-FBE8-4EBA-937B-640FF808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二进制能力加入统一治理，而非放宽权限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D0899-37E1-4F54-9F9B-8489B1B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9634A-01B8-492C-9F20-22B17293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1AB08-5661-4E1F-AF7B-49CFD1D2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EF523-2024-432B-8748-EBFEACCA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二进制能力覆盖预处理、静态分析与本地调试；仍受输出、取消、策略、审计和副作用约束。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9D226-1710-487E-8756-566EFE3E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5334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7CE84-9F48-4023-8C29-BC716EA1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extract_archive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E166F-2969-45E0-87E2-09B1A3B7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ZIP only</a:t>
            </a:r>
          </a:p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500 entries / 32 MiB</a:t>
            </a:r>
          </a:p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拒绝路径穿越与链接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46EE3-E6D9-48C7-9890-BD9A26AA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5334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2F190-587E-4240-A591-161DF570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search_artifact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F51CA-EDF5-4A8B-980D-0A5B43E0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UTF-8 / hex search</a:t>
            </a:r>
          </a:p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16 MiB prefix</a:t>
            </a:r>
          </a:p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匹配与上下文受限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D508A-1F6B-4267-889E-7E3326E1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5334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384F4-86CC-4E91-A241-DA337B46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 / PWN toolchain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597BE-E035-44F2-B824-B3939208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Radare2 · JADX · Pwntools</a:t>
            </a:r>
          </a:p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gdb-multiarch · ltrace</a:t>
            </a:r>
          </a:p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固定版本与构建校验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35CD0-31DD-4955-85D4-CFA6DB78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5334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F751E-06A8-44F1-9B80-BC19B637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统一安全契约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D7890-EC8C-476E-AAB4-6906077E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11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operator allowlist</a:t>
            </a:r>
          </a:p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PolicyEngine · AbortSignal</a:t>
            </a:r>
          </a:p>
          <a:p xmlns:a="http://schemas.openxmlformats.org/drawingml/2006/main">
            <a:pPr algn="l">
              <a:def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审计与预算门禁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268F0-2B4D-4C77-9A2E-3249B1C8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EDADB-EDD8-4FE0-AD21-33987A53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5927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89454-CFC5-46D5-8AE4-5E5B689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鲁棒性与恢复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980AB-2A85-4C40-99B5-3C205656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遇到失败时，系统要求改变路径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00876-209A-45C9-89AB-3A995B4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1F786-31B0-4946-AB07-66F89E33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C4547-B8AB-4E48-BDA3-E198537D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38CAF-0E51-4BBD-A899-04C1177A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1C5"/>
          </a:solidFill>
          <a:ln xmlns:a="http://schemas.openxmlformats.org/drawingml/2006/main" w="0">
            <a:solidFill>
              <a:srgbClr val="BCC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06E35-0777-45EC-984D-F1359036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1C5"/>
          </a:solidFill>
          <a:ln xmlns:a="http://schemas.openxmlformats.org/drawingml/2006/main" w="0">
            <a:solidFill>
              <a:srgbClr val="BCC1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BC394-8998-4C58-A3D8-692BB73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14700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C1C5"/>
          </a:solidFill>
          <a:ln xmlns:a="http://schemas.openxmlformats.org/drawingml/2006/main" w="0">
            <a:solidFill>
              <a:srgbClr val="BCC1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CDFC2-D6CB-4D77-939F-006A2F72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2057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3D9AF-0DEF-476A-B292-C1E6FAD1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观察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9CD5A-E89A-4710-BB95-FEEA5769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工具结果、策略拒绝</a:t>
            </a:r>
          </a:p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或环境变化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88EB4-0EC5-41F7-B95D-04BABB5D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28900"/>
            <a:ext cx="2057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D0888-8C95-4003-89F2-D92BB486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分类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23621-47DA-44A7-8819-AA901839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超时、空结果、矛盾</a:t>
            </a:r>
          </a:p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权限或工具错误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085F3-14F8-44B7-88C6-B02D4B81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2057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D91CE-578F-45C4-8A42-BC634C08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241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4B8A5-9097-449A-8525-D5CEBE45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汇总证据、说明影响</a:t>
            </a:r>
          </a:p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确认剩余风险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89915-C6CB-4DE7-87E3-56E26C9F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2057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0E5E7-3D1F-4744-A5CC-D0CF4CB0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241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修订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2FB92-F52E-4995-9E1B-1BAB7372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替换策略或工具</a:t>
            </a:r>
          </a:p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继续验证或阻塞收尾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8C80B-23DF-4083-914E-BB6D2EA1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禁止无变化的重复执行；未知副作用的旧调用在恢复后不会自动重放。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65938-EE66-41B1-B0B8-4F3817B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18673-EBD1-4121-B9EE-6605C90B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64944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F3F52-1F7B-450A-B752-9AB7DBFE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工程化扩展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95A82-0ED5-4637-9017-F6AB5B78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扩展一个工具，需要交付一套安全契约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9370A-C744-4DA6-99A0-FAF05BD2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A1283-1E51-49AE-81D1-E7D17E59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732E2-A430-4514-AB8C-8AF546D5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36A40-AEF3-4A1B-902F-F7190C82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5F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B86E3-7F0E-4FAB-A212-FD2833F5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050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输入与输出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14439-4236-4CDB-BA01-8285614A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050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TypeBox schema、结果上限、错误分类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5CC82-701E-498A-A0C5-6080589B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3EC68-6816-4CB9-8533-B26A5F79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执行与取消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ADCEC-828A-488B-B995-58201831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289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AbortSignal、超时、run scratch 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76D15-DB52-4AB2-A694-84902EF4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B4182-B057-4EDF-B428-4D9F2C40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策略与预算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72327-C984-43EF-B5D9-C7FD3761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528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scope、allowlist、调用/输出/时间预算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6225E-A65E-4AE2-933E-4E3D8C57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F4EB1-EA18-4BE4-8BD3-F7C88E60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审计与解释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1CAC6-4333-4322-BC25-4DCBB4B2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767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策略判定、工具因果、可读轨迹标签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2EB11-ABCC-4A07-9718-574E8F09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E5DE2-35E1-461C-8C56-9D12AD2B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回归与文档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89072-EA07-4983-A940-5D110C26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006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确定性测试、侧效应说明、能力清单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5E6F1-37D9-49DB-B253-26E02C2C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B9EAB-768C-4B76-A52A-CA1AF78B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这使扩展能力可维护、可审核，也避免领域功能悄然改变安全边界。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83606-5E19-4E2F-977C-8E78A6F7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13DB5-AED3-475D-A644-18559D9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3553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A46FF-8866-4F1F-8322-3BBA6306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交付验证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3558D-9804-4A37-94AA-2C1E1CB6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当前工程状态可被快速复核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F737D-D247-438E-B583-8BFC7C34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1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B7A41-1CD5-4544-8E87-3872CC3B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26A8A-1F44-4ACC-907C-37ED5E3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3C5AC-A8D4-4D15-AD98-56233292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默认合并门禁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612C5-4AD4-4AC4-8929-BD00A3CA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npm run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30744-047B-48BE-865C-227833AB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typecheck · lint · Vitest · 后端构建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C53B7-CCCD-47CC-94A5-D3FAA6F3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5162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B5D3E-8FCF-4F2C-81C2-A7E4DEE6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390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9268E-F620-465D-BDF1-985C656F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145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确定性自动化测试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0173D-6AD7-4EA7-AD82-0A226326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 skipped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CF205-6A6F-4AF6-B720-E0447BEF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90850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既有可选浏览器测试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5A59B-AA21-41C6-A1F9-39C8EE00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frontend 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993E4-5A71-43D6-B9C5-673229D6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生产构建通过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4D607-83B3-48C6-8F84-A1825DF3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diff --check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032AC-D3F5-49FD-83DF-0380C655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43400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空白与补丁格式检查通过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BEAB5-B82A-44C5-9E3A-0A68AF78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这些结果证明当前版本的工程可构建与回归可验证；真实模型与比赛平台效果须在授权环境中单独评测。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DE4AD-E640-427E-96D3-69C47C95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0D102-1CF8-4ECB-ADE6-F2AD2FA1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0392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388C4-2D31-4963-AD1E-5155387C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75F3F"/>
                </a:solidFill>
                <a:latin typeface="Helvetica Neue"/>
                <a:ea typeface="Helvetica Neue"/>
                <a:cs typeface="Helvetica Neue"/>
              </a:rPr>
              <a:t>交付结论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67623-B9D1-4ED2-9BCE-E35A0D17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9525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可自主决策，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更要可被约束与理解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C8416-D4C1-4B72-84F9-49E2B2FB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源码、设计、开发、测试、用户手册、技术报告、答辩稿与演示脚本已形成完整交付包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7D4FF-9243-4BB9-A879-CE7F816C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5F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3D7E8-6BBF-48CD-BC70-0CC0DC3D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05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自主判断  ·  强制边界  ·  证据闭环  ·  过程可复核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18619-83BE-43B4-B300-830C8FB3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XH-202609  |  烛龙·玄枢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DE1D4-3FCD-4C52-AF49-0ACAD739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D6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9322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2026-08-16T04:14:14.8750000Z</dcterms:created>
  <dcterms:modified xsi:type="dcterms:W3CDTF">2026-08-16T04:14:14.8750000Z</dcterms:modified>
</coreProperties>
</file>